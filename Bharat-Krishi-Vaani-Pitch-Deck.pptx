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16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61f477-b7e9-56a6-bc3f-b7048e3f4aa2/scratchpad/pptx/india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2377440" cy="15849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 KRISHI VAANI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crop advisor a farmer can actually talk to.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 voice in, spoken advice back — in the farmer's own language.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A65412"/>
          </a:solidFill>
          <a:ln w="12700">
            <a:solidFill>
              <a:srgbClr val="E8B58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Intelligence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make high-stakes calls on guesswork.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332720" y="502920"/>
            <a:ext cx="1051560" cy="1051560"/>
          </a:xfrm>
          <a:prstGeom prst="ellipse">
            <a:avLst/>
          </a:prstGeom>
          <a:solidFill>
            <a:srgbClr val="FBEAD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>
                <a:solidFill>
                  <a:srgbClr val="000000"/>
                </a:solidFill>
              </a:rPr>
              <a:t>⚠️</a:t>
            </a:r>
            <a:endParaRPr lang="en-US" sz="3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marginal farmers have no real-time way to diagnose a crop problem before it spreads.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agri-extension bulletins assume literacy in a script and language many farmers don't read.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shared digital layer connecting a problem on one farm to what's happening on the next one over — let alone the district or state.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diagnosis isn't an inconvenience. It's a season's income, sometimes a debt cycle.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cotton farmer in Telangana, mid-monsoon.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2103120"/>
            <a:ext cx="1645920" cy="1645920"/>
          </a:xfrm>
          <a:prstGeom prst="ellipse">
            <a:avLst/>
          </a:prstGeom>
          <a:solidFill>
            <a:srgbClr val="E8E2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👩‍🌾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notices spotting on the leaves. The nearest agri officer is a bus ride away. The pest-alert bulletin is in English, in a font she can't easily read. By the time she gets an answer, the pink bollworm has already spread through the field.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rare — it's the default experience for most of India's small and marginal farmers.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flow. Her language, end to end.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40180" y="1965960"/>
            <a:ext cx="914400" cy="914400"/>
          </a:xfrm>
          <a:prstGeom prst="ellipse">
            <a:avLst/>
          </a:prstGeom>
          <a:solidFill>
            <a:srgbClr val="F1EC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401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40180" y="1965960"/>
            <a:ext cx="914400" cy="914400"/>
          </a:xfrm>
          <a:prstGeom prst="ellipse">
            <a:avLst/>
          </a:prstGeom>
          <a:ln w="31750">
            <a:solidFill>
              <a:srgbClr val="C165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6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state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564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auto-suggests, state name shown in her script.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83380" y="1965960"/>
            <a:ext cx="914400" cy="914400"/>
          </a:xfrm>
          <a:prstGeom prst="ellipse">
            <a:avLst/>
          </a:prstGeom>
          <a:solidFill>
            <a:srgbClr val="F1ECD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833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183380" y="1965960"/>
            <a:ext cx="914400" cy="914400"/>
          </a:xfrm>
          <a:prstGeom prst="ellipse">
            <a:avLst/>
          </a:prstGeom>
          <a:ln w="31750">
            <a:solidFill>
              <a:srgbClr val="D98E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problem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4564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photo, or just her voice describing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26580" y="1965960"/>
            <a:ext cx="914400" cy="914400"/>
          </a:xfrm>
          <a:prstGeom prst="ellipse">
            <a:avLst/>
          </a:prstGeom>
          <a:solidFill>
            <a:srgbClr val="F1EC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265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926580" y="1965960"/>
            <a:ext cx="914400" cy="914400"/>
          </a:xfrm>
          <a:prstGeom prst="ellipse">
            <a:avLst/>
          </a:prstGeom>
          <a:ln w="31750">
            <a:solidFill>
              <a:srgbClr val="3F6B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6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diagnoses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4564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advisory natively in her language.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69780" y="1965960"/>
            <a:ext cx="914400" cy="914400"/>
          </a:xfrm>
          <a:prstGeom prst="ellipse">
            <a:avLst/>
          </a:prstGeom>
          <a:solidFill>
            <a:srgbClr val="F1ECD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697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🔊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669780" y="1965960"/>
            <a:ext cx="914400" cy="914400"/>
          </a:xfrm>
          <a:prstGeom prst="ellipse">
            <a:avLst/>
          </a:prstGeom>
          <a:ln w="31750">
            <a:solidFill>
              <a:srgbClr val="6B4A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Hears + shares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34564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aloud; report becomes a pin on the map.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enough to not feel scary.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332720" y="502920"/>
            <a:ext cx="1051560" cy="1051560"/>
          </a:xfrm>
          <a:prstGeom prst="ellipse">
            <a:avLst/>
          </a:prstGeom>
          <a:solidFill>
            <a:srgbClr val="E4EE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>
                <a:solidFill>
                  <a:srgbClr val="000000"/>
                </a:solidFill>
              </a:rPr>
              <a:t>📱</a:t>
            </a:r>
            <a:endParaRPr lang="en-US" sz="3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who feels intimidated by a website closes it. That was the design constraint from the start — not “add every feature,” but “would someone unfamiliar with apps still feel confident enough to try this?”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tap-to-select chips in native script instead of English dropdowns — she recognizes her own language at a glance, no reading required.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numbered steps, not a form — one thing at a time, nothing to fill in wrong.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Icon-first photo and voice cards — a camera and a microphone, symbols anyone already knows.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high-contrast text and buttons — built for a phone screen in a field, not a desk.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3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bharat-krishi-vaani.web.app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working end to end right now — not a mockup. Full walkthrough in the demo video.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Pick a language and state — chips in native script, not an English dropdown.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 the problem — photo or voice.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Get an advisory, hear it aloud, watch it land on the map below.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GOOGLE AI DOES REAL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isn't bolted on. It's the core.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32720" y="502920"/>
            <a:ext cx="1051560" cy="1051560"/>
          </a:xfrm>
          <a:prstGeom prst="ellipse">
            <a:avLst/>
          </a:prstGeom>
          <a:solidFill>
            <a:srgbClr val="E9E2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>
                <a:solidFill>
                  <a:srgbClr val="000000"/>
                </a:solidFill>
              </a:rPr>
              <a:t>✨</a:t>
            </a:r>
            <a:endParaRPr lang="en-US" sz="3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latest Gemini multimodal model reads the crop photo directly — no separate vision model, no manual labeling pipeline.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reasons over state-specific agronomy context we feed it: season, common regional pests, known risk windows.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the crop name, diagnosis, and advisory natively in the farmer's language — one model call, not a translate-after-the-fact bolt-on.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via JSON schema, so every response is reliable and judge-inspectable, not a parsed guess.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VOICE + MULTILINGUAL, SPECIFICALLY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Literacy is the real access barrier.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farmers are non-literate or semi-literate in the script their state's official language uses — a text-only tool quietly excludes them.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and spoken advisory output remove that barrier entirely, not just translate around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7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live today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4617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— pre-translated, no lag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+ DASHBOARD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report is a data point.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463040" cy="1463040"/>
          </a:xfrm>
          <a:prstGeom prst="ellipse">
            <a:avLst/>
          </a:prstGeom>
          <a:solidFill>
            <a:srgbClr val="E4EE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🗺️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reports plot onto a shared map — hotspots emerge without anyone manually aggregating anything.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aggregate view rolls the same data into what a district or ministry official would actually want: urgency breakdown, top issues, counts by region.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seed of the citizen-feedback aggregation layer the governance track's problem statement calls for — built as a byproduct of the reporting flow, not a bolted-on system.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— ACROSS INDIA, AND BRICS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doesn't change. The data does.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states covered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(Mato Grosso) — same schema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state is one JSON entry. Adding a language is one line in an array.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5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beyond India, not just claimed: Mato Grosso, Brazil runs on the exact same code, with Portuguese as a full 14th language.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live. Already cheap to run.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332720" y="502920"/>
            <a:ext cx="1051560" cy="1051560"/>
          </a:xfrm>
          <a:prstGeom prst="ellipse">
            <a:avLst/>
          </a:prstGeom>
          <a:solidFill>
            <a:srgbClr val="FBEAD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>
                <a:solidFill>
                  <a:srgbClr val="000000"/>
                </a:solidFill>
              </a:rPr>
              <a:t>🚀</a:t>
            </a:r>
            <a:endParaRPr lang="en-US" sz="3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today on Firebase Hosting — no theoretical “could be deployed,” it already is.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(Gemini) is the only required paid dependency, and the free tier comfortably covers a pilot's traffic.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—"/>
            </a:pPr>
            <a:r>
              <a:rPr lang="en-US" sz="14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ministry or Krishi Vigyan Kendra pilot needs next: a real data.gov.in dataset in place of the sample grounding data, the API key secured behind a Cloud Function, and a native-speaker review pass on the translations.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bharat-krishi-vaani.web.app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3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extend, not just to demo.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Offline/SMS fallback for the lowest-connectivity areas, where this problem is often worst.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Cloud Speech-to-Text and Text-to-Speech for guaranteed voice quality in every language, not just the ones a browser happens to support.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 government datasets in place of the sample grounding data, state by state.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deployed system today. The real question is what it does with a genuine pilot.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KRISHI VAANI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2026-09-30T06:57:32Z</dcterms:created>
  <dcterms:modified xsi:type="dcterms:W3CDTF">2026-09-30T06:57:32Z</dcterms:modified>
</cp:coreProperties>
</file>